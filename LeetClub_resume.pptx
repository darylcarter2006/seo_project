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72" r:id="rId6"/>
  </p:sldMasterIdLst>
  <p:sldIdLst>
    <p:sldId id="264" r:id="rId7"/>
    <p:sldId id="265" r:id="rId8"/>
    <p:sldId id="275" r:id="rId9"/>
    <p:sldId id="274" r:id="rId10"/>
    <p:sldId id="276" r:id="rId11"/>
    <p:sldId id="27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63" dt="2026-09-11T21:12:08.124"/>
    <p1510:client id="{7037D7FE-55D9-F869-AECB-0D5F12B34787}" v="10" dt="2026-09-11T22:37:07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0"/>
  </p:normalViewPr>
  <p:slideViewPr>
    <p:cSldViewPr snapToGrid="0">
      <p:cViewPr varScale="1">
        <p:scale>
          <a:sx n="118" d="100"/>
          <a:sy n="118" d="100"/>
        </p:scale>
        <p:origin x="167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8A96-757C-45BA-8466-3E81A5DEA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DFFC2-39D8-4B3A-83DC-7743C0097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5A1C6-D69A-4F94-BEF6-A92CFD4E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73A5A-084D-47AD-990E-256D10C1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67E3C-6F83-4698-B7F8-0B6B78C5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4E9DB-D92D-4BBA-9A65-F47D644A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FD736-89CD-4100-BE55-21BCE5B67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4B9FD-88D7-4A35-9303-88A01F3FB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BEC32-E2E6-4010-AF65-1A7F60B4E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2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DF52D-D6A3-430A-A8E7-78BCE30A3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3C336-FE29-480A-81CC-2E511CF9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7250B-5D00-4862-B9AF-1F515094D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C1E8F-0856-4040-86F9-441408E9F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FD6B0-19E2-42A0-86E4-C91FC27B4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25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EE74A-56DE-4345-9836-6DB47EB48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21278"/>
            <a:ext cx="7886700" cy="10912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84C1C-D40A-49B6-AD2A-112E3B6FB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291938"/>
            <a:ext cx="3886200" cy="3885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040D8-3CE0-4109-89B0-3BB652629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291938"/>
            <a:ext cx="3886200" cy="3885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B411D-36EC-4CA0-8B18-553B719D4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7B8ED-0FC4-4AEF-8333-971DC9EFC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9E1F3-1028-4028-BDCD-40FC797F0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30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6E6A2-F3AF-4052-A850-885143CC4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14401"/>
            <a:ext cx="7886700" cy="1268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4BD7D-122A-4698-8CFD-251982179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7460" y="218281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2E6E36-AE51-474E-8BA5-588E73035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3006726"/>
            <a:ext cx="3868340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FEC133-3590-46AF-8D45-0C0F7DC2A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6768" y="218281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C0DA1-8312-42C8-8091-3D4AD381C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3006726"/>
            <a:ext cx="3887391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39ADEF-6B53-442E-B063-5DD1A31F2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AF1418-AC14-4023-B180-AB34303FC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8D1617-D0DA-4A33-9214-8CA1C16F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683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0FCA-EC7E-44FE-9C27-32F226F4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01A376-C50F-4EE8-BB9C-AB20C9929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B8F1F-2523-4C0B-8AD4-C6FFA8B16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3F433-2AEF-43FC-94F3-47ED94C49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38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5F49D-7676-4CBD-815D-FA837B34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E081DD-D1D3-4D4C-A90F-32D62FCC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82DF5-3530-4EEE-A958-B37EC6905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01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F040F-9853-49DB-BC66-27F89D54F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982767"/>
            <a:ext cx="2949178" cy="1240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93A0-3A4C-49AC-B1CB-89E2C31F8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12249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C45F42-C5DC-467B-BB21-051ADE95F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2949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E1B68-7F95-4769-A317-88296D9C7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01590-E5B8-49D0-8588-95F107B93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1E478-00AB-43BE-B0B3-D95C8842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4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531EB-D447-45B4-8E72-F11FC85C0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926275"/>
            <a:ext cx="2949178" cy="12973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ECE25A-2D46-4E23-A01B-61381115D7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1272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A86948-FA21-4DED-92E3-DFC2FF329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342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499C9-8C44-4541-A980-05E43D38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360DD-80FC-4E05-9978-EFCD084E8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D7A19-F05E-4EAD-A149-D6237A671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547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48B9A-40AD-4A1D-834D-08E377B14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6B0910-7A06-4EF8-8B64-5411B65CA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E158B-18E8-47AF-9A10-056667751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40CAF-513F-4B71-8A02-1B3694F3A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9A611-CE30-4CF1-B5EB-432507D22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76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269948-CDC9-4568-B643-9E1C6A145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950026"/>
            <a:ext cx="1971675" cy="52269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C1607B-545E-4754-B966-17A3C21D5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950026"/>
            <a:ext cx="5800725" cy="52269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26C61-B667-4727-BFD9-214DECF7A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C6D73-6CBE-41C5-81AC-A8F887CC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13863-77A0-4A2C-B08E-0748E6980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33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rojection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8B8F04-E4F2-4672-9034-13B2FB9B4A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458" y="2212610"/>
            <a:ext cx="5542694" cy="183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267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ver-Title with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158FA55D-D9DC-48FB-82F3-1C17E255BA3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484906"/>
            <a:ext cx="6858000" cy="107506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3003C-3CCA-415B-A25C-931506126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1" y="3132668"/>
            <a:ext cx="6857999" cy="1267168"/>
          </a:xfrm>
        </p:spPr>
        <p:txBody>
          <a:bodyPr anchor="b">
            <a:normAutofit/>
          </a:bodyPr>
          <a:lstStyle>
            <a:lvl1pPr marL="0" indent="0" algn="ctr">
              <a:buNone/>
              <a:defRPr sz="440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C5E24B-CF81-4BBD-BB1C-C489C871E9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479" y="1172288"/>
            <a:ext cx="4228520" cy="140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9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94345B-51E1-48BA-8DD3-D289779D938B}"/>
              </a:ext>
            </a:extLst>
          </p:cNvPr>
          <p:cNvSpPr/>
          <p:nvPr userDrawn="1"/>
        </p:nvSpPr>
        <p:spPr>
          <a:xfrm>
            <a:off x="0" y="0"/>
            <a:ext cx="9144000" cy="24909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53BF6A-C2E4-463C-A194-E346F85286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2255" y="3710344"/>
            <a:ext cx="5239490" cy="154452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1A2396-BDF1-42D3-88EC-2CBDE64B54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044" y="530637"/>
            <a:ext cx="2448239" cy="145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700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B11530-6691-4BFA-98A3-646A5F11AC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103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46F123-6133-49AB-8FBD-F2A89024D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34041"/>
            <a:ext cx="7886700" cy="1114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8B69B-5F3D-4AB6-9FF3-D0BBBE476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327564"/>
            <a:ext cx="7886700" cy="3849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C981C-CEE5-4EAE-B425-5FF98C390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30D2C-0031-476A-95BD-456F210E52F6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C5F58-A7EE-4995-B5DC-0C5093D60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66DA6-E997-4BA2-8007-7493EF5EF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C2028-601E-425F-BC7A-DFD4EC3D0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A79FA-2222-4999-833E-0BBE21048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4966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C2028-601E-425F-BC7A-DFD4EC3D0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A79FA-2222-4999-833E-0BBE21048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8794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9A35-4E3E-48EF-A7B5-0DE69F67B6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WELCOME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04733-1C4E-461D-B80F-69BF0E8917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cs typeface="Arial"/>
              </a:rPr>
              <a:t>LeetClub</a:t>
            </a:r>
            <a:r>
              <a:rPr lang="en-US" dirty="0">
                <a:cs typeface="Arial"/>
              </a:rPr>
              <a:t> First Meeting</a:t>
            </a:r>
          </a:p>
          <a:p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214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3C2F0-D153-01CB-68C6-4C498A821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724" y="1527336"/>
            <a:ext cx="7790448" cy="3797176"/>
          </a:xfrm>
        </p:spPr>
        <p:txBody>
          <a:bodyPr>
            <a:noAutofit/>
          </a:bodyPr>
          <a:lstStyle/>
          <a:p>
            <a:r>
              <a:rPr lang="en-US" sz="7200" dirty="0">
                <a:latin typeface="Arial"/>
                <a:cs typeface="Arial"/>
              </a:rPr>
              <a:t>2 Problems today</a:t>
            </a:r>
          </a:p>
        </p:txBody>
      </p:sp>
    </p:spTree>
    <p:extLst>
      <p:ext uri="{BB962C8B-B14F-4D97-AF65-F5344CB8AC3E}">
        <p14:creationId xmlns:p14="http://schemas.microsoft.com/office/powerpoint/2010/main" val="4066704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9BD24-EAF3-258F-0776-F7A181B62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33ADF-5C02-D190-266D-C0A868E28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F2044"/>
                </a:solidFill>
                <a:cs typeface="Arial"/>
              </a:rPr>
              <a:t>Get in Groups</a:t>
            </a:r>
          </a:p>
          <a:p>
            <a:r>
              <a:rPr lang="en-US" dirty="0">
                <a:solidFill>
                  <a:srgbClr val="0F2044"/>
                </a:solidFill>
                <a:cs typeface="Arial"/>
              </a:rPr>
              <a:t>Understand the problem</a:t>
            </a:r>
          </a:p>
          <a:p>
            <a:r>
              <a:rPr lang="en-US" dirty="0">
                <a:solidFill>
                  <a:srgbClr val="0F2044"/>
                </a:solidFill>
                <a:cs typeface="Arial"/>
              </a:rPr>
              <a:t>Write pseudocode</a:t>
            </a:r>
          </a:p>
          <a:p>
            <a:r>
              <a:rPr lang="en-US" dirty="0">
                <a:solidFill>
                  <a:srgbClr val="0F2044"/>
                </a:solidFill>
                <a:cs typeface="Arial"/>
              </a:rPr>
              <a:t>Write actual code</a:t>
            </a:r>
          </a:p>
        </p:txBody>
      </p:sp>
    </p:spTree>
    <p:extLst>
      <p:ext uri="{BB962C8B-B14F-4D97-AF65-F5344CB8AC3E}">
        <p14:creationId xmlns:p14="http://schemas.microsoft.com/office/powerpoint/2010/main" val="3259161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504E4-82AE-4A45-CE11-83DA3B33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4D693-DE09-4189-822F-6157CECA0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The classic</a:t>
            </a:r>
            <a:endParaRPr lang="en-US" dirty="0"/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Two sum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Problem # 1</a:t>
            </a:r>
          </a:p>
        </p:txBody>
      </p:sp>
    </p:spTree>
    <p:extLst>
      <p:ext uri="{BB962C8B-B14F-4D97-AF65-F5344CB8AC3E}">
        <p14:creationId xmlns:p14="http://schemas.microsoft.com/office/powerpoint/2010/main" val="1254012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CBB3-620E-182E-8DFD-9F5D44162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DFE54-D073-F260-D332-16DC8C2D3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Another classic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Reverse a string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Problem # 344</a:t>
            </a:r>
          </a:p>
        </p:txBody>
      </p:sp>
    </p:spTree>
    <p:extLst>
      <p:ext uri="{BB962C8B-B14F-4D97-AF65-F5344CB8AC3E}">
        <p14:creationId xmlns:p14="http://schemas.microsoft.com/office/powerpoint/2010/main" val="3523368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8AFFE-752F-394D-FAC1-A181FD72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8EA0C-FE2D-1B77-80FE-4BB70D440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 dirty="0">
                <a:cs typeface="Arial"/>
              </a:rPr>
              <a:t>THANK YOU :D</a:t>
            </a:r>
          </a:p>
        </p:txBody>
      </p:sp>
    </p:spTree>
    <p:extLst>
      <p:ext uri="{BB962C8B-B14F-4D97-AF65-F5344CB8AC3E}">
        <p14:creationId xmlns:p14="http://schemas.microsoft.com/office/powerpoint/2010/main" val="1344080084"/>
      </p:ext>
    </p:extLst>
  </p:cSld>
  <p:clrMapOvr>
    <a:masterClrMapping/>
  </p:clrMapOvr>
</p:sld>
</file>

<file path=ppt/theme/theme1.xml><?xml version="1.0" encoding="utf-8"?>
<a:theme xmlns:a="http://schemas.openxmlformats.org/drawingml/2006/main" name="UNCG-White-TopNavyBar">
  <a:themeElements>
    <a:clrScheme name="uncg-brand-2018_v1">
      <a:dk1>
        <a:sysClr val="windowText" lastClr="000000"/>
      </a:dk1>
      <a:lt1>
        <a:sysClr val="window" lastClr="FFFFFF"/>
      </a:lt1>
      <a:dk2>
        <a:srgbClr val="0F2044"/>
      </a:dk2>
      <a:lt2>
        <a:srgbClr val="BEC0C2"/>
      </a:lt2>
      <a:accent1>
        <a:srgbClr val="FFB71B"/>
      </a:accent1>
      <a:accent2>
        <a:srgbClr val="92D1B3"/>
      </a:accent2>
      <a:accent3>
        <a:srgbClr val="00698C"/>
      </a:accent3>
      <a:accent4>
        <a:srgbClr val="A00C30"/>
      </a:accent4>
      <a:accent5>
        <a:srgbClr val="A59C87"/>
      </a:accent5>
      <a:accent6>
        <a:srgbClr val="4FC2BF"/>
      </a:accent6>
      <a:hlink>
        <a:srgbClr val="00698C"/>
      </a:hlink>
      <a:folHlink>
        <a:srgbClr val="A6B0B7"/>
      </a:folHlink>
    </a:clrScheme>
    <a:fontScheme name="uncg-brand-2018-v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07A736DC-0027-483B-8D33-F81A1FC181F6}" vid="{A9CD058F-6184-4482-BDBD-71350263AC47}"/>
    </a:ext>
  </a:extLst>
</a:theme>
</file>

<file path=ppt/theme/theme2.xml><?xml version="1.0" encoding="utf-8"?>
<a:theme xmlns:a="http://schemas.openxmlformats.org/drawingml/2006/main" name="UNCG Cover Slides">
  <a:themeElements>
    <a:clrScheme name="uncg-brand-2018_v1">
      <a:dk1>
        <a:sysClr val="windowText" lastClr="000000"/>
      </a:dk1>
      <a:lt1>
        <a:sysClr val="window" lastClr="FFFFFF"/>
      </a:lt1>
      <a:dk2>
        <a:srgbClr val="0F2044"/>
      </a:dk2>
      <a:lt2>
        <a:srgbClr val="BEC0C2"/>
      </a:lt2>
      <a:accent1>
        <a:srgbClr val="FFB71B"/>
      </a:accent1>
      <a:accent2>
        <a:srgbClr val="92D1B3"/>
      </a:accent2>
      <a:accent3>
        <a:srgbClr val="00698C"/>
      </a:accent3>
      <a:accent4>
        <a:srgbClr val="A00C30"/>
      </a:accent4>
      <a:accent5>
        <a:srgbClr val="A59C87"/>
      </a:accent5>
      <a:accent6>
        <a:srgbClr val="4FC2BF"/>
      </a:accent6>
      <a:hlink>
        <a:srgbClr val="00698C"/>
      </a:hlink>
      <a:folHlink>
        <a:srgbClr val="A6B0B7"/>
      </a:folHlink>
    </a:clrScheme>
    <a:fontScheme name="uncg-brand-2018-v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07A736DC-0027-483B-8D33-F81A1FC181F6}" vid="{0BE0C72E-B66A-4A5A-A671-7A1C37958B44}"/>
    </a:ext>
  </a:extLst>
</a:theme>
</file>

<file path=ppt/theme/theme3.xml><?xml version="1.0" encoding="utf-8"?>
<a:theme xmlns:a="http://schemas.openxmlformats.org/drawingml/2006/main" name="UNCG_End_ThankYou-Slides">
  <a:themeElements>
    <a:clrScheme name="uncg-brand-2018_v1">
      <a:dk1>
        <a:sysClr val="windowText" lastClr="000000"/>
      </a:dk1>
      <a:lt1>
        <a:sysClr val="window" lastClr="FFFFFF"/>
      </a:lt1>
      <a:dk2>
        <a:srgbClr val="0F2044"/>
      </a:dk2>
      <a:lt2>
        <a:srgbClr val="BEC0C2"/>
      </a:lt2>
      <a:accent1>
        <a:srgbClr val="FFB71B"/>
      </a:accent1>
      <a:accent2>
        <a:srgbClr val="92D1B3"/>
      </a:accent2>
      <a:accent3>
        <a:srgbClr val="00698C"/>
      </a:accent3>
      <a:accent4>
        <a:srgbClr val="A00C30"/>
      </a:accent4>
      <a:accent5>
        <a:srgbClr val="A59C87"/>
      </a:accent5>
      <a:accent6>
        <a:srgbClr val="4FC2BF"/>
      </a:accent6>
      <a:hlink>
        <a:srgbClr val="00698C"/>
      </a:hlink>
      <a:folHlink>
        <a:srgbClr val="A6B0B7"/>
      </a:folHlink>
    </a:clrScheme>
    <a:fontScheme name="uncg-brand-2018-v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07A736DC-0027-483B-8D33-F81A1FC181F6}" vid="{44901FCB-A15E-4E67-8C34-B24EDD56123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CE6E745A7DEE4A9615BB9A93024A34" ma:contentTypeVersion="4" ma:contentTypeDescription="Create a new document." ma:contentTypeScope="" ma:versionID="e625c98f69c76c5613fd6a0da13335ee">
  <xsd:schema xmlns:xsd="http://www.w3.org/2001/XMLSchema" xmlns:xs="http://www.w3.org/2001/XMLSchema" xmlns:p="http://schemas.microsoft.com/office/2006/metadata/properties" xmlns:ns2="09f6c42f-62a2-48c6-8cf0-9262d541138c" targetNamespace="http://schemas.microsoft.com/office/2006/metadata/properties" ma:root="true" ma:fieldsID="f41396c0f6fc480ebf46f66be9522ee2" ns2:_="">
    <xsd:import namespace="09f6c42f-62a2-48c6-8cf0-9262d54113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6c42f-62a2-48c6-8cf0-9262d54113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281E723-A961-41CD-9927-F5E64B4E3414}">
  <ds:schemaRefs>
    <ds:schemaRef ds:uri="09f6c42f-62a2-48c6-8cf0-9262d541138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C02C5D-BBD7-4124-8142-A8A351F39C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BC7260-7F56-44E7-87AF-AE58FB335508}">
  <ds:schemaRefs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09f6c42f-62a2-48c6-8cf0-9262d541138c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</Words>
  <Application>Microsoft Macintosh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Georgia</vt:lpstr>
      <vt:lpstr>UNCG-White-TopNavyBar</vt:lpstr>
      <vt:lpstr>UNCG Cover Slides</vt:lpstr>
      <vt:lpstr>UNCG_End_ThankYou-Slides</vt:lpstr>
      <vt:lpstr>WELCOME</vt:lpstr>
      <vt:lpstr>2 Problems today</vt:lpstr>
      <vt:lpstr>Format</vt:lpstr>
      <vt:lpstr>First problem</vt:lpstr>
      <vt:lpstr>Second problem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Daryl Carter</cp:lastModifiedBy>
  <cp:revision>50</cp:revision>
  <dcterms:created xsi:type="dcterms:W3CDTF">2026-08-28T14:14:13Z</dcterms:created>
  <dcterms:modified xsi:type="dcterms:W3CDTF">2026-09-25T14:16:02Z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0x010100CFCE6E745A7DEE4A9615BB9A93024A34</vt:lpwstr>
  </property>
</Properties>
</file>