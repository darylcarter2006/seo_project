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4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StudySync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with a compatible classmate. We book the session and set up your shared notes.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Daryl Carter  •  Manuel Arellano  •  Najib Abdulkadir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Tech Developer Program — Project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3400" dirty="0"/>
          </a:p>
        </p:txBody>
      </p:sp>
      <p:pic>
        <p:nvPicPr>
          <p:cNvPr id="4" name="Image 0" descr="/home/claude/deck/photos/Screenshot_2026-07-31_at_12_05_02_AM.png.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920240"/>
            <a:ext cx="1371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08760" y="1920240"/>
            <a:ext cx="1371600" cy="1371600"/>
          </a:xfrm>
          <a:prstGeom prst="ellipse">
            <a:avLst/>
          </a:prstGeom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Daryl Carter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UNCG — Computer Science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darylkcarterjr@gmail.com</a:t>
            </a:r>
            <a:endParaRPr lang="en-US" sz="1100" dirty="0"/>
          </a:p>
        </p:txBody>
      </p:sp>
      <p:pic>
        <p:nvPicPr>
          <p:cNvPr id="9" name="Image 1" descr="/home/claude/deck/photos/Screenshot_2026-07-31_at_12_05_20_AM.png.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920240"/>
            <a:ext cx="1371600" cy="1371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166360" y="1920240"/>
            <a:ext cx="1371600" cy="1371600"/>
          </a:xfrm>
          <a:prstGeom prst="ellipse">
            <a:avLst/>
          </a:prstGeom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20624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Manuel Arellano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2062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Matching Engine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0624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Arlington — Computer Science</a:t>
            </a:r>
            <a:endParaRPr lang="en-US" sz="1100" dirty="0"/>
          </a:p>
        </p:txBody>
      </p:sp>
      <p:pic>
        <p:nvPicPr>
          <p:cNvPr id="14" name="Image 2" descr="/home/claude/deck/photos/Screenshot_2026-07-31_at_12_05_42_AM.png.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920240"/>
            <a:ext cx="1371600" cy="1371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823960" y="1920240"/>
            <a:ext cx="1371600" cy="1371600"/>
          </a:xfrm>
          <a:prstGeom prst="ellipse">
            <a:avLst/>
          </a:prstGeom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786384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Najib Abdulkadir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8638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86384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St. Thomas — Computer Science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Information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systems designed around student availability, nearly half of students (48.5%) still report scheduling as their top obstacle to effective study groups.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578608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Study Group Formation at Scale, arXiv 2022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1546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to finding study partners negatively affect students' sense of belonging, participation, and learning outcomes.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 survey of 157 undergraduate engineering/CS students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5262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Freshman Interest Groups had higher graduation and re-enrollment rates — social fit, not just topic overlap, drove the benefit.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5321808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Freshman Interest Groups research, 12,500+ student responses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109728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find compatible study partners — matching happens informally through class chats or word of mouth, missing anyone outside your circle.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364992"/>
            <a:ext cx="109728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filter by enrolled course only. They don't account for whether two students actually keep compatible schedules or study habits.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736592"/>
            <a:ext cx="109728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group forms, there's no built-in way to actually book the time or share notes — that coordination still happens manually, if it happens at all.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Us Different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course-only matchers or generic scheduling tools 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F4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 scoring, not just enrollment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match on availability overlap, shared courses, study style, and pace — not just "same class."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210312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F4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2331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sides confirm the session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290779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only books once the invited partner explicitly accepts — never a one-sided commitment.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F4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notes, created automatically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91947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Notion page is created for the pair the moment their match is accepted — no manual setup.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411480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F4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4343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gracefully, and stays cancellable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91947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Calendar or Notion is disconnected, the match still confirms. Either side can cancel or decline at any time.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signs in and connects Google Calendar + Notion via OAuth 2.0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20440" y="3429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engine ranks candidates and shows the actual overlapping free-time windows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0644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 &amp; Respond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proposes a session time; the invited partner accepts or declines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9536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915400" y="237744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9828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5256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Auto-book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098280" y="3429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acceptance, the backend books a Calendar event (both attendees invited) and creates a shared Notion page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pending invite can be declined, and a confirmed session can be cancelled — either way, both participants always see the current status.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Languages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729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55701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6060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83280" y="31729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355701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(OAuth 2.0)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API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31729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API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5256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52560" y="2011680"/>
            <a:ext cx="26060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5256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0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/ unittest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52560" y="31729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passing tests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 Authentication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login + token refresh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login with CSRF state validation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43891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if either API fails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 Engine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scoring: availability, course, study style, pace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0" y="36118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&amp; bounded 0–100 score (tested)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43891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overlapping time windows shown, not just a count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83880" y="2194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Two-Sided Booking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3880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→ invited partner accepts or declines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36118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participants get a real Calendar invite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83880" y="43891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anytime; booking outcome persists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21031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routes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0" y="21031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017520"/>
            <a:ext cx="1188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0" y="3017520"/>
            <a:ext cx="1188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466344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0B3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4800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519379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Course · Availability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· Match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OAuthToken · MatchProposal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3931920"/>
            <a:ext cx="0" cy="7315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468880" y="1783080"/>
            <a:ext cx="9052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 — central entity; has many Availability slots, one Preference, many Courses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468880" y="2350008"/>
            <a:ext cx="9052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code — many-to-many with User via a join table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1693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68880" y="2916936"/>
            <a:ext cx="9052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day_of_week, start_hour, end_hour — one row per free-time block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68880" y="3483864"/>
            <a:ext cx="9052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 (unique), study_style, pace — one-to-one with User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68880" y="4050792"/>
            <a:ext cx="9052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user_a_id, user_b_id, score, status, created_at — score stored at match time as an audit trail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OAuthToken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468880" y="4617720"/>
            <a:ext cx="9052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 (FK), provider, access_token, refresh_token, expires_at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18464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MatchProposal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468880" y="5184648"/>
            <a:ext cx="9052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match_id (unique FK) — session time/topic, booking outcome, and each side's dismiss flag; added without touching Match's schema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</a:t>
            </a:r>
            <a:endParaRPr lang="en-US" sz="3400" dirty="0"/>
          </a:p>
        </p:txBody>
      </p:sp>
      <p:pic>
        <p:nvPicPr>
          <p:cNvPr id="4" name="Image 0" descr="/home/claude/deck/wire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11274552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Development Process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for task tracking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feature branches per component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for review before merging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1960" y="1965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51960" y="24688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OAuth, matching, routes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31546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schema + scoring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51960" y="38404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UI/UX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965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24688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automated tests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31546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+ failure-path coverage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38404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two-browser smoke tests against real Google/Notion accounts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Challenges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platform 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214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Zoom's OAuth app type blocked loopback redirect URIs; Azure App Registration required an organizational tenant we didn't have access to. We pivoted to Notion for the second integration rather than lose more time.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Coordinating a shared API contract across parallel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match-confirmation payload changed as the database and scoring engine were wired in. Frontend work built against an earlier version, requiring a reconciliation pass — reinforced the value of locking a contract before building in parallel.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12394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dev environment conflicts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6227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AirPlay Receiver silently occupies port 5000, the Flask default — cost real debugging time before we traced it to a system service, not our code.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29437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 session/cookie scoping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6327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and 127.0.0.1 are treated as different origins by the browser, breaking session-based CSRF state checks between login and callback until we standardized on one hostname per provider.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Demo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connect accounts → propose a match → partner accepts → booked event + shared notes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"Sign in with Google" identity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temporary user_id stand-in with session-based login tied to Google's own identity.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updates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 match's other participant the moment someone accepts, declines, or cancels, instead of requiring a manual page refresh.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96512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limiting, input sanitization &amp; production WSGI server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deployment path beyond the Flask development server, and sanitize profile input before rendering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48072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the web frontend for on-the-go matching.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0040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Macintosh PowerPoint</Application>
  <PresentationFormat>Widescreen</PresentationFormat>
  <Paragraphs>205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Daryl Carter</cp:lastModifiedBy>
  <cp:revision>2</cp:revision>
  <dcterms:created xsi:type="dcterms:W3CDTF">2026-07-31T04:08:22Z</dcterms:created>
  <dcterms:modified xsi:type="dcterms:W3CDTF">2026-07-31T04:10:23Z</dcterms:modified>
</cp:coreProperties>
</file>